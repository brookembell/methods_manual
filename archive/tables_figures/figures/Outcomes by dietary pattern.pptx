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D4B0D0E-77B8-4AF8-9EE0-704002DA42E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B3EE628-D384-4C76-9AA7-44EC7D9500B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1/31/24 3:55:11 PM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AE532472-63D2-4A68-A0AD-ACA735F092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2611"/>
            <a:ext cx="12192000" cy="407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2024-01-31T20:55:11Z</dcterms:created>
  <dcterms:modified xsi:type="dcterms:W3CDTF">2024-01-31T20:55:11Z</dcterms:modified>
</cp:coreProperties>
</file>