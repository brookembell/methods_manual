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042C1A2-D26D-4183-A177-533DC49FA78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A17E07F-FFB5-40C0-A221-81D5CC5CAAB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1/31/24 4:12:49 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B4CB4636-5589-44A3-A184-58FC2AD178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25" y="0"/>
            <a:ext cx="10764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741FD7F6-B8B2-4C4D-B6D1-B11D4047CA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51" y="0"/>
            <a:ext cx="107964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2024-01-31T21:12:49Z</dcterms:created>
  <dcterms:modified xsi:type="dcterms:W3CDTF">2024-01-31T21:12:49Z</dcterms:modified>
</cp:coreProperties>
</file>